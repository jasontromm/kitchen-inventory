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572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KITCHEN INVENTORY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85448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8  ·  kitchen_inventory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216152" y="914400"/>
            <a:ext cx="15855696" cy="0"/>
          </a:xfrm>
          <a:prstGeom prst="line">
            <a:avLst/>
          </a:prstGeom>
          <a:noFill/>
          <a:ln w="9525">
            <a:solidFill>
              <a:srgbClr val="3A33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6152" y="2194560"/>
            <a:ext cx="1463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&amp; relationships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16152" y="3383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Lot-grained household inventory. Catalog of items, physical lots, signed movements, recipes as consumption specs.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6152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93592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mysql.yourhost.name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6152" y="5001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93592" y="5001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youruser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6152" y="55686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/ 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93592" y="556869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kitchen_inventory  /  kitchen_inventory_test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16152" y="6135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93592" y="613562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InnoDB  ·  utf8mb4_0900_ai_ci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6152" y="6702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93592" y="67025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DELETE RESTRICT  ·  no lot deletes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6152" y="7269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93592" y="7269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(grok.com / CLI)  ·  dual-write qty + movement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6152" y="96926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KITCHEN INVENTORY  ·  MYSQL 8 SCHEMA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328648" y="9692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572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01  ·  ENTITY RELATIONSHIP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85448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CORE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216152" y="777240"/>
            <a:ext cx="15855696" cy="0"/>
          </a:xfrm>
          <a:prstGeom prst="line">
            <a:avLst/>
          </a:prstGeom>
          <a:noFill/>
          <a:ln w="9525">
            <a:solidFill>
              <a:srgbClr val="3A33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6152" y="914400"/>
            <a:ext cx="1581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Lookups feed the catalog. A lot is a physical package. movement is the ledger; lot.qty_remaining is operational on-hand. Both written in one transaction.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16152" y="1463040"/>
            <a:ext cx="3017520" cy="155448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6152" y="1463040"/>
            <a:ext cx="3017520" cy="329184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8" name="Text 6"/>
          <p:cNvSpPr/>
          <p:nvPr/>
        </p:nvSpPr>
        <p:spPr>
          <a:xfrm>
            <a:off x="1216152" y="14630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847088"/>
            <a:ext cx="27980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  code   mass | volume | 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si_symbol   g | ml |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657600" cy="192024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3657600" cy="329184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63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847088"/>
            <a:ext cx="34381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  code   g lb cup each 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dimension_id  → dimension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to_base_factor  &gt; 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1463040"/>
            <a:ext cx="3291840" cy="17373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0" y="1463040"/>
            <a:ext cx="3291840" cy="329184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14630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53728" y="1847088"/>
            <a:ext cx="30723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  code   fridge freezer pantry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is_active  sort_order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167360" y="1463040"/>
            <a:ext cx="3840480" cy="17373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167360" y="1463040"/>
            <a:ext cx="3840480" cy="329184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20" name="Text 18"/>
          <p:cNvSpPr/>
          <p:nvPr/>
        </p:nvSpPr>
        <p:spPr>
          <a:xfrm>
            <a:off x="13167360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movement_type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77088" y="1847088"/>
            <a:ext cx="36210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  code   receive consume waste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adjust transfer split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qty_sign  +1 | −1 | 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3383280"/>
            <a:ext cx="0" cy="365760"/>
          </a:xfrm>
          <a:prstGeom prst="line">
            <a:avLst/>
          </a:prstGeom>
          <a:noFill/>
          <a:ln w="15875">
            <a:solidFill>
              <a:srgbClr val="B857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89920" y="3200400"/>
            <a:ext cx="0" cy="548640"/>
          </a:xfrm>
          <a:prstGeom prst="line">
            <a:avLst/>
          </a:prstGeom>
          <a:noFill/>
          <a:ln w="15875">
            <a:solidFill>
              <a:srgbClr val="B857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6152" y="3840480"/>
            <a:ext cx="4937760" cy="283464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16152" y="3840480"/>
            <a:ext cx="4937760" cy="329184"/>
          </a:xfrm>
          <a:prstGeom prst="rect">
            <a:avLst/>
          </a:prstGeom>
          <a:solidFill>
            <a:srgbClr val="14110F"/>
          </a:solidFill>
          <a:ln/>
        </p:spPr>
      </p:sp>
      <p:sp>
        <p:nvSpPr>
          <p:cNvPr id="26" name="Text 24"/>
          <p:cNvSpPr/>
          <p:nvPr/>
        </p:nvSpPr>
        <p:spPr>
          <a:xfrm>
            <a:off x="1216152" y="38404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4224528"/>
            <a:ext cx="47183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  (name, brand)   brand '' = unbranded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  upc   NULL ok; '' coerced to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default_unit_id  → unit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default_location_id  → 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density_g_per_ml  count_mass_g  count_volume_ml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leftovers are items; batches are lots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3840480"/>
            <a:ext cx="4754880" cy="283464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3840480"/>
            <a:ext cx="4754880" cy="329184"/>
          </a:xfrm>
          <a:prstGeom prst="rect">
            <a:avLst/>
          </a:prstGeom>
          <a:solidFill>
            <a:srgbClr val="14110F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38404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76288" y="4224528"/>
            <a:ext cx="453542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     do not DELETE; deplete to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item_id  → item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location_id  → 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unit_id  → unit   immutable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qty_remaining  DECIMAL(12,4) ≥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expires_on DATE   received_at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opened_at reserved / unused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2161520" y="3840480"/>
            <a:ext cx="4846320" cy="283464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161520" y="3840480"/>
            <a:ext cx="4846320" cy="329184"/>
          </a:xfrm>
          <a:prstGeom prst="rect">
            <a:avLst/>
          </a:prstGeom>
          <a:solidFill>
            <a:srgbClr val="14110F"/>
          </a:solidFill>
          <a:ln/>
        </p:spPr>
      </p:sp>
      <p:sp>
        <p:nvSpPr>
          <p:cNvPr id="34" name="Text 32"/>
          <p:cNvSpPr/>
          <p:nvPr/>
        </p:nvSpPr>
        <p:spPr>
          <a:xfrm>
            <a:off x="12161520" y="38404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271248" y="4224528"/>
            <a:ext cx="462686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     append-mostly ledger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lot_id  → lot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movement_type_id  → movement_type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unit_id  = lot.unit_id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qty_delta  signed, lot unit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from_location_id / to_location_id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meal_plan_id  group_id  actor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53912" y="5257800"/>
            <a:ext cx="612648" cy="0"/>
          </a:xfrm>
          <a:prstGeom prst="line">
            <a:avLst/>
          </a:prstGeom>
          <a:noFill/>
          <a:ln w="15875">
            <a:solidFill>
              <a:srgbClr val="B857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21440" y="5257800"/>
            <a:ext cx="640080" cy="0"/>
          </a:xfrm>
          <a:prstGeom prst="line">
            <a:avLst/>
          </a:prstGeom>
          <a:noFill/>
          <a:ln w="15875">
            <a:solidFill>
              <a:srgbClr val="B857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16152" y="685800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item  →  N lots     ·     1 lot  →  N movements     ·     SUM(qty_delta) must equal qty_remaining   (v_lot_ledger_drift empty)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216152" y="96926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KITCHEN INVENTORY  ·  MYSQL 8 SCHEMA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4328648" y="9692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572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02  ·  ENTITY RELATIONSHIP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85448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RECIPES &amp; MEAL PLAN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216152" y="777240"/>
            <a:ext cx="15855696" cy="0"/>
          </a:xfrm>
          <a:prstGeom prst="line">
            <a:avLst/>
          </a:prstGeom>
          <a:noFill/>
          <a:ln w="9525">
            <a:solidFill>
              <a:srgbClr val="3A33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6152" y="914400"/>
            <a:ext cx="1581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Recipes consume items, not lots. Cooking is a later all-or-nothing FIFO consume of lots. cook_meal is specified, not required for day-to-day SQL.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16152" y="1508760"/>
            <a:ext cx="4023360" cy="182880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6152" y="1508760"/>
            <a:ext cx="4023360" cy="329184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8" name="Text 6"/>
          <p:cNvSpPr/>
          <p:nvPr/>
        </p:nvSpPr>
        <p:spPr>
          <a:xfrm>
            <a:off x="1216152" y="15087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meal_slot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892808"/>
            <a:ext cx="3803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  code   breakfast lunch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dinner snack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508760"/>
            <a:ext cx="4023360" cy="182880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508760"/>
            <a:ext cx="4023360" cy="329184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5087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meal_plan_status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79008" y="1892808"/>
            <a:ext cx="3803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  code   planned cooked skipped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149840" y="1508760"/>
            <a:ext cx="5943600" cy="182880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49840" y="1508760"/>
            <a:ext cx="5943600" cy="329184"/>
          </a:xfrm>
          <a:prstGeom prst="rect">
            <a:avLst/>
          </a:prstGeom>
          <a:solidFill>
            <a:srgbClr val="14110F"/>
          </a:solidFill>
          <a:ln/>
        </p:spPr>
      </p:sp>
      <p:sp>
        <p:nvSpPr>
          <p:cNvPr id="16" name="Text 14"/>
          <p:cNvSpPr/>
          <p:nvPr/>
        </p:nvSpPr>
        <p:spPr>
          <a:xfrm>
            <a:off x="10149840" y="15087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 (shared with inventory)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59568" y="1892808"/>
            <a:ext cx="57241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   catalog noun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default_unit_id is the working unit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demand / conversion / gaps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16152" y="3749040"/>
            <a:ext cx="4754880" cy="246888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6152" y="3749040"/>
            <a:ext cx="4754880" cy="329184"/>
          </a:xfrm>
          <a:prstGeom prst="rect">
            <a:avLst/>
          </a:prstGeom>
          <a:solidFill>
            <a:srgbClr val="14110F"/>
          </a:solidFill>
          <a:ln/>
        </p:spPr>
      </p:sp>
      <p:sp>
        <p:nvSpPr>
          <p:cNvPr id="20" name="Text 18"/>
          <p:cNvSpPr/>
          <p:nvPr/>
        </p:nvSpPr>
        <p:spPr>
          <a:xfrm>
            <a:off x="1216152" y="37490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4133088"/>
            <a:ext cx="45354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 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default_servings  &gt;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 TEXT  (no step table)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archived_at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749040"/>
            <a:ext cx="5120640" cy="26517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3749040"/>
            <a:ext cx="5120640" cy="329184"/>
          </a:xfrm>
          <a:prstGeom prst="rect">
            <a:avLst/>
          </a:prstGeom>
          <a:solidFill>
            <a:srgbClr val="14110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7490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recipe_ingredient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93408" y="4133088"/>
            <a:ext cx="49011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   surrogate — same item twice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recipe_id  → recipe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item_id  → item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unit_id  → unit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qty  at default_servings  &gt;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optional  sort_order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252960" y="3749040"/>
            <a:ext cx="4754880" cy="26517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252960" y="3749040"/>
            <a:ext cx="4754880" cy="329184"/>
          </a:xfrm>
          <a:prstGeom prst="rect">
            <a:avLst/>
          </a:prstGeom>
          <a:solidFill>
            <a:srgbClr val="14110F"/>
          </a:solidFill>
          <a:ln/>
        </p:spPr>
      </p:sp>
      <p:sp>
        <p:nvSpPr>
          <p:cNvPr id="28" name="Text 26"/>
          <p:cNvSpPr/>
          <p:nvPr/>
        </p:nvSpPr>
        <p:spPr>
          <a:xfrm>
            <a:off x="12252960" y="37490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meal_plan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62688" y="4133088"/>
            <a:ext cx="453542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plan_date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meal_slot_id  → meal_slot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recipe_id  → recipe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planned_servings  &gt;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status_id  → meal_plan_status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cooked_at   (cooked iff set)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71032" y="4937760"/>
            <a:ext cx="612648" cy="0"/>
          </a:xfrm>
          <a:prstGeom prst="line">
            <a:avLst/>
          </a:prstGeom>
          <a:noFill/>
          <a:ln w="15875">
            <a:solidFill>
              <a:srgbClr val="B857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4937760"/>
            <a:ext cx="548640" cy="0"/>
          </a:xfrm>
          <a:prstGeom prst="line">
            <a:avLst/>
          </a:prstGeom>
          <a:noFill/>
          <a:ln w="15875">
            <a:solidFill>
              <a:srgbClr val="B857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121640" y="3337560"/>
            <a:ext cx="0" cy="411480"/>
          </a:xfrm>
          <a:prstGeom prst="line">
            <a:avLst/>
          </a:prstGeom>
          <a:noFill/>
          <a:ln w="15875">
            <a:solidFill>
              <a:srgbClr val="B857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16152" y="6583680"/>
            <a:ext cx="1581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 recipes per date+slot allowed (main + side). Scale consume by planned_servings / default_servings. cook_meal does not insert leftover lots.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16152" y="96926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KITCHEN INVENTORY  ·  MYSQL 8 SCHEMA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328648" y="9692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572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03  ·  FOREIGN KEYS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85448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ON DELETE RESTRICT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216152" y="777240"/>
            <a:ext cx="15855696" cy="0"/>
          </a:xfrm>
          <a:prstGeom prst="line">
            <a:avLst/>
          </a:prstGeom>
          <a:noFill/>
          <a:ln w="9525">
            <a:solidFill>
              <a:srgbClr val="3A332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6152" y="1051560"/>
          <a:ext cx="15855696" cy="8138160"/>
        </p:xfrm>
        <a:graphic>
          <a:graphicData uri="http://schemas.openxmlformats.org/drawingml/2006/table">
            <a:tbl>
              <a:tblPr/>
              <a:tblGrid>
                <a:gridCol w="2926080"/>
                <a:gridCol w="4937760"/>
                <a:gridCol w="4023360"/>
                <a:gridCol w="3968496"/>
              </a:tblGrid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Child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Column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dimension_id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dimension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mass / volume / count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item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default_unit_id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working unit for cook / gap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item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default_location_id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nullable putaway hint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item_id, location_id, unit_id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item, location, unit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unit_id immutable after insert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movement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lot_id, movement_type_id, unit_id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lot, movement_type, unit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unit_id must equal lot.unit_id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movement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from_location_id, to_location_id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nullable; transfer/split set both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movement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meal_plan_id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meal_plan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nullable; cook path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recipe_ingredient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recipe_id, item_id, unit_id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recipe, item, unit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qty at recipe.default_servings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meal_plan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recipe_id, meal_slot_id, status_id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recipe, meal_slot, meal_plan_status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1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recipes per date+slot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216152" y="96926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KITCHEN INVENTORY  ·  MYSQL 8 SCHEMA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4328648" y="9692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572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04  ·  WRITE PATH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85448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DUAL-WRITE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216152" y="777240"/>
            <a:ext cx="15855696" cy="0"/>
          </a:xfrm>
          <a:prstGeom prst="line">
            <a:avLst/>
          </a:prstGeom>
          <a:noFill/>
          <a:ln w="9525">
            <a:solidFill>
              <a:srgbClr val="3A33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6152" y="96012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transaction. Never UPDATE lot.qty_remaining without a movement.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16152" y="1508760"/>
            <a:ext cx="7589520" cy="31089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6152" y="1508760"/>
            <a:ext cx="109728" cy="3108960"/>
          </a:xfrm>
          <a:prstGeom prst="rect">
            <a:avLst/>
          </a:prstGeom>
          <a:solidFill>
            <a:srgbClr val="B8573A"/>
          </a:solidFill>
          <a:ln/>
        </p:spPr>
      </p:sp>
      <p:sp>
        <p:nvSpPr>
          <p:cNvPr id="8" name="Text 6"/>
          <p:cNvSpPr/>
          <p:nvPr/>
        </p:nvSpPr>
        <p:spPr>
          <a:xfrm>
            <a:off x="1581912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53512" y="17647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81912" y="242316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lot (qty_remaining = qty)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movement  type=receive  qty_delta = +qty  to_location_id set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71432" y="1508760"/>
            <a:ext cx="7589520" cy="31089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71432" y="1508760"/>
            <a:ext cx="109728" cy="3108960"/>
          </a:xfrm>
          <a:prstGeom prst="rect">
            <a:avLst/>
          </a:prstGeom>
          <a:solidFill>
            <a:srgbClr val="B8573A"/>
          </a:solidFill>
          <a:ln/>
        </p:spPr>
      </p:sp>
      <p:sp>
        <p:nvSpPr>
          <p:cNvPr id="13" name="Text 11"/>
          <p:cNvSpPr/>
          <p:nvPr/>
        </p:nvSpPr>
        <p:spPr>
          <a:xfrm>
            <a:off x="9537192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08792" y="17647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 / waste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537192" y="242316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lot FOR 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qty_remaining − take  (refuse if short)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movement  qty_delta = −take  from_location_id set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16152" y="4892040"/>
            <a:ext cx="7589520" cy="31089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" y="4892040"/>
            <a:ext cx="109728" cy="3108960"/>
          </a:xfrm>
          <a:prstGeom prst="rect">
            <a:avLst/>
          </a:prstGeom>
          <a:solidFill>
            <a:srgbClr val="B8573A"/>
          </a:solidFill>
          <a:ln/>
        </p:spPr>
      </p:sp>
      <p:sp>
        <p:nvSpPr>
          <p:cNvPr id="18" name="Text 16"/>
          <p:cNvSpPr/>
          <p:nvPr/>
        </p:nvSpPr>
        <p:spPr>
          <a:xfrm>
            <a:off x="1581912" y="5120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53512" y="51480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adjust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81912" y="580644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 count. notes required.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qty_delta = new − old  (refuse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qty_remaining = new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71432" y="4892040"/>
            <a:ext cx="7589520" cy="31089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71432" y="4892040"/>
            <a:ext cx="109728" cy="3108960"/>
          </a:xfrm>
          <a:prstGeom prst="rect">
            <a:avLst/>
          </a:prstGeom>
          <a:solidFill>
            <a:srgbClr val="B8573A"/>
          </a:solidFill>
          <a:ln/>
        </p:spPr>
      </p:sp>
      <p:sp>
        <p:nvSpPr>
          <p:cNvPr id="23" name="Text 21"/>
          <p:cNvSpPr/>
          <p:nvPr/>
        </p:nvSpPr>
        <p:spPr>
          <a:xfrm>
            <a:off x="9537192" y="5120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08792" y="51480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/ split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537192" y="580644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Whole lot: qty_delta = 0, move location_id.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Partial: new lot copies received_at / expires_on; two split rows, same group_id, SUM=0.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16152" y="96926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KITCHEN INVENTORY  ·  MYSQL 8 SCHEMA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328648" y="9692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572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05  ·  SEED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85448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 CODES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216152" y="777240"/>
            <a:ext cx="15855696" cy="0"/>
          </a:xfrm>
          <a:prstGeom prst="line">
            <a:avLst/>
          </a:prstGeom>
          <a:noFill/>
          <a:ln w="9525">
            <a:solidFill>
              <a:srgbClr val="3A33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097280"/>
            <a:ext cx="3703320" cy="81381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280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 / UNIT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3291840" cy="71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     g  kg  oz  lb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  ml l tsp tbsp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fl_oz cup pint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quart gallon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   each  dozen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cup = 236.5882365 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 customary, not 240/250)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can / bunch globals.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48072" y="1097280"/>
            <a:ext cx="3703320" cy="81381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280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/ TYPE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1828800"/>
            <a:ext cx="3291840" cy="71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fridge   freezer   pantry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movement_type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receive   +1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consume   −1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waste     −1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adjust    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transfer  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split      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79992" y="1097280"/>
            <a:ext cx="3703320" cy="81381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81160" y="1280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81160" y="1828800"/>
            <a:ext cx="3291840" cy="71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meal_slot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breakfast  lunch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dinner     snack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meal_plan_status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planned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cooked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skipped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011912" y="1097280"/>
            <a:ext cx="3703320" cy="81381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13080" y="1280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13080" y="1828800"/>
            <a:ext cx="3291840" cy="71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Lookups keyed by code,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autoincrement ids.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^[a-z][a-z0-9_]{0,31}$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COLLATE as_cs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schema_migrations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001_init.sql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002_seed.sql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16152" y="96926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KITCHEN INVENTORY  ·  MYSQL 8 SCHEMA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328648" y="9692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572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06  ·  VIEWS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85448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PHPMYADMIN / READ PATH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216152" y="777240"/>
            <a:ext cx="15855696" cy="0"/>
          </a:xfrm>
          <a:prstGeom prst="line">
            <a:avLst/>
          </a:prstGeom>
          <a:noFill/>
          <a:ln w="9525">
            <a:solidFill>
              <a:srgbClr val="3A33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051560"/>
            <a:ext cx="15855696" cy="12801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1051560"/>
            <a:ext cx="109728" cy="1280160"/>
          </a:xfrm>
          <a:prstGeom prst="rect">
            <a:avLst/>
          </a:prstGeom>
          <a:solidFill>
            <a:srgbClr val="B8573A"/>
          </a:solidFill>
          <a:ln/>
        </p:spPr>
      </p:sp>
      <p:sp>
        <p:nvSpPr>
          <p:cNvPr id="7" name="Text 5"/>
          <p:cNvSpPr/>
          <p:nvPr/>
        </p:nvSpPr>
        <p:spPr>
          <a:xfrm>
            <a:off x="1627632" y="1216152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v_on_hand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27632" y="1645920"/>
            <a:ext cx="1508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Lots with qty_remaining &gt; 0, joined to item, location, unit. Day-to-day on-hand.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16152" y="2468880"/>
            <a:ext cx="15855696" cy="12801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6152" y="2468880"/>
            <a:ext cx="109728" cy="1280160"/>
          </a:xfrm>
          <a:prstGeom prst="rect">
            <a:avLst/>
          </a:prstGeom>
          <a:solidFill>
            <a:srgbClr val="B8573A"/>
          </a:solidFill>
          <a:ln/>
        </p:spPr>
      </p:sp>
      <p:sp>
        <p:nvSpPr>
          <p:cNvPr id="11" name="Text 9"/>
          <p:cNvSpPr/>
          <p:nvPr/>
        </p:nvSpPr>
        <p:spPr>
          <a:xfrm>
            <a:off x="1627632" y="2633472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v_expiring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27632" y="3063240"/>
            <a:ext cx="1508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v_on_hand where expires_on ≤ CURDATE()+7. UTC-date sugar; not parameterized.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16152" y="3886200"/>
            <a:ext cx="15855696" cy="12801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6152" y="3886200"/>
            <a:ext cx="109728" cy="1280160"/>
          </a:xfrm>
          <a:prstGeom prst="rect">
            <a:avLst/>
          </a:prstGeom>
          <a:solidFill>
            <a:srgbClr val="B8573A"/>
          </a:solidFill>
          <a:ln/>
        </p:spPr>
      </p:sp>
      <p:sp>
        <p:nvSpPr>
          <p:cNvPr id="15" name="Text 13"/>
          <p:cNvSpPr/>
          <p:nvPr/>
        </p:nvSpPr>
        <p:spPr>
          <a:xfrm>
            <a:off x="1627632" y="4050792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v_lot_ledger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27632" y="4480560"/>
            <a:ext cx="1508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lot: qty_remaining vs SUM(movement.qty_delta) and drift.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16152" y="5303520"/>
            <a:ext cx="15855696" cy="12801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16152" y="5303520"/>
            <a:ext cx="109728" cy="1280160"/>
          </a:xfrm>
          <a:prstGeom prst="rect">
            <a:avLst/>
          </a:prstGeom>
          <a:solidFill>
            <a:srgbClr val="B8573A"/>
          </a:solidFill>
          <a:ln/>
        </p:spPr>
      </p:sp>
      <p:sp>
        <p:nvSpPr>
          <p:cNvPr id="19" name="Text 17"/>
          <p:cNvSpPr/>
          <p:nvPr/>
        </p:nvSpPr>
        <p:spPr>
          <a:xfrm>
            <a:off x="1627632" y="5468112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v_lot_ledger_drift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27632" y="5897880"/>
            <a:ext cx="1508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Rows where drift &lt;&gt; 0. Must be empty after every API/SQL txn.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16152" y="6720840"/>
            <a:ext cx="15855696" cy="128016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16152" y="6720840"/>
            <a:ext cx="109728" cy="1280160"/>
          </a:xfrm>
          <a:prstGeom prst="rect">
            <a:avLst/>
          </a:prstGeom>
          <a:solidFill>
            <a:srgbClr val="B8573A"/>
          </a:solidFill>
          <a:ln/>
        </p:spPr>
      </p:sp>
      <p:sp>
        <p:nvSpPr>
          <p:cNvPr id="23" name="Text 21"/>
          <p:cNvSpPr/>
          <p:nvPr/>
        </p:nvSpPr>
        <p:spPr>
          <a:xfrm>
            <a:off x="1627632" y="6885432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v_split_drift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27632" y="7315200"/>
            <a:ext cx="1508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movements by group_id where SUM(qty_delta) &lt;&gt; 0 or COUNT(*) &lt;&gt; 2.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16152" y="96926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KITCHEN INVENTORY  ·  MYSQL 8 SCHEMA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328648" y="9692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572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07  ·  INVARIANTS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85448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VIOLATE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216152" y="777240"/>
            <a:ext cx="15855696" cy="0"/>
          </a:xfrm>
          <a:prstGeom prst="line">
            <a:avLst/>
          </a:prstGeom>
          <a:noFill/>
          <a:ln w="9525">
            <a:solidFill>
              <a:srgbClr val="3A33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097280"/>
            <a:ext cx="5029200" cy="2011680"/>
          </a:xfrm>
          <a:prstGeom prst="rect">
            <a:avLst/>
          </a:prstGeom>
          <a:solidFill>
            <a:srgbClr val="EFEADF"/>
          </a:solidFill>
          <a:ln w="9525">
            <a:solidFill>
              <a:srgbClr val="3A33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1097280"/>
            <a:ext cx="5029200" cy="329184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7" name="Text 5"/>
          <p:cNvSpPr/>
          <p:nvPr/>
        </p:nvSpPr>
        <p:spPr>
          <a:xfrm>
            <a:off x="1216152" y="10972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schema_migrations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481328"/>
            <a:ext cx="480974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filename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applied_at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FKs. Not globbed.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reset.sql is not a migration.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33832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80960" y="33832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lot.qty_remaining = SUM(movement.qty_delta) for that lot_id after every commit.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44348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0960" y="4434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movement.unit_id = lot.unit_id. lot.unit_id never updated.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54864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0960" y="54864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 qty_delta &gt; 0; consume/waste &lt; 0; adjust &lt;&gt; 0; whole-lot transfer = 0.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6537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80960" y="65379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DELETE lots. Do not guess cups↔lb without item density / count factors.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75895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5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0960" y="75895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lookups by code. actor defaults to grok.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6152" y="96926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KITCHEN INVENTORY  ·  MYSQL 8 SCHEMA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328648" y="9692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Inventory — Database Schema</dc:title>
  <dc:subject>MySQL 8 table layout and foreign keys</dc:subject>
  <dc:creator>Kitchen Inventory</dc:creator>
  <cp:lastModifiedBy>Kitchen Inventory</cp:lastModifiedBy>
  <cp:revision>1</cp:revision>
  <dcterms:created xsi:type="dcterms:W3CDTF">2026-08-30T20:36:47Z</dcterms:created>
  <dcterms:modified xsi:type="dcterms:W3CDTF">2026-08-30T20:36:47Z</dcterms:modified>
</cp:coreProperties>
</file>